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Zeferino da Silva" userId="fbf80b3087493f4e" providerId="LiveId" clId="{9A3DE66B-8A14-4AED-AA3D-38F95A97AA5E}"/>
    <pc:docChg chg="custSel modSld">
      <pc:chgData name="Pedro Zeferino da Silva" userId="fbf80b3087493f4e" providerId="LiveId" clId="{9A3DE66B-8A14-4AED-AA3D-38F95A97AA5E}" dt="2026-10-10T21:22:15.024" v="18" actId="2711"/>
      <pc:docMkLst>
        <pc:docMk/>
      </pc:docMkLst>
      <pc:sldChg chg="modSp mod">
        <pc:chgData name="Pedro Zeferino da Silva" userId="fbf80b3087493f4e" providerId="LiveId" clId="{9A3DE66B-8A14-4AED-AA3D-38F95A97AA5E}" dt="2026-10-10T21:22:15.024" v="18" actId="2711"/>
        <pc:sldMkLst>
          <pc:docMk/>
          <pc:sldMk cId="851439929" sldId="256"/>
        </pc:sldMkLst>
        <pc:spChg chg="mod">
          <ac:chgData name="Pedro Zeferino da Silva" userId="fbf80b3087493f4e" providerId="LiveId" clId="{9A3DE66B-8A14-4AED-AA3D-38F95A97AA5E}" dt="2026-10-10T21:22:15.024" v="18" actId="2711"/>
          <ac:spMkLst>
            <pc:docMk/>
            <pc:sldMk cId="851439929" sldId="256"/>
            <ac:spMk id="2" creationId="{2E4AC329-BAB7-5129-C183-1D0882EAD5D3}"/>
          </ac:spMkLst>
        </pc:spChg>
        <pc:spChg chg="mod">
          <ac:chgData name="Pedro Zeferino da Silva" userId="fbf80b3087493f4e" providerId="LiveId" clId="{9A3DE66B-8A14-4AED-AA3D-38F95A97AA5E}" dt="2026-10-10T21:22:06.377" v="17" actId="27636"/>
          <ac:spMkLst>
            <pc:docMk/>
            <pc:sldMk cId="851439929" sldId="256"/>
            <ac:spMk id="3" creationId="{80D4DADA-4848-4CDF-2033-98A27D37F53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7A110-88B6-2C5C-117F-A3BB48005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42EC80-079C-91C9-4FA2-BF9B76523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B913E2-0CD2-936C-01DE-19E4AC0F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68AE2D-1CDF-0377-D309-9037FC7E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C97A51-31D0-E8B3-7189-D21ADA70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05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E45F3-000C-39DB-669F-E28EA175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6828BA-9488-41CF-BA3E-D71EFAC0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E6ACFB-4676-F199-F2A0-9D29F159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3B03E9-3D16-BF0F-6932-CFBE9CBF2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7BE299-D695-4C7E-7F1B-EA7667AF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215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8208C-1409-3092-DC1F-DB0505DF9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A0CF4A-8A5E-1847-31D5-52542C09E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05494-A2DF-AF88-9F95-7EA92D3E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3292DC-B34A-A9ED-A49C-3CF008F7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CB95F-9ABC-A0F0-6F25-C9219476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71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21399-4CF7-7043-9E0A-490D7B17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6E081-4F45-3E4F-C725-932765F0E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1AD31D-24EC-F9A2-88C5-D4C3DD29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BD2C84-4946-60A8-D638-BA40BB0C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047380-8FFA-6087-A14C-4E4386CD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7EFF85-96AA-ED49-BDD7-F5638DA2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93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1B2A4-1CDD-9F66-84B3-843996D3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D5E527-68C1-E72C-A54A-75161C837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A26A7E-D8B4-E0DF-F51C-FDA4AC8E9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1E62DE-07E1-3920-D2A9-98A0919E9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BCA710-7D55-4CDC-2B83-DD9CC407C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A0CE637-4D3D-6D01-4FEF-83F4CB3E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3077DB-A5AC-A6FF-2B35-DFA5EAEE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10AC8B-98C2-88F4-C36B-4A209143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38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B4CF1-3847-C484-FABE-BDFB94EF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DD4D3C-5606-817E-8938-407263F9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B3A7EF-8344-3ECC-1971-B1DB0040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3CBD19-0CAE-D628-6329-58076C94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43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E19CD1-C5C1-8473-74FD-EFBF2AD9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BFF614-67C5-F288-2B35-FF8E64042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DAD611-B128-DF0A-F6FE-2E68701E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778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FCA7D-FE26-C86D-EB8A-BA9EBF0B3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2CBF80-4358-3785-9B10-5DDE397F7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4E9EA9-93BB-291A-5563-D3692827D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E32538-5AE9-CCBA-7E81-8CDB229E0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59DA4D-CE12-4D8D-E2B8-469FDAC0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357436-1A22-4FBF-BFF0-7565183B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90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0A720-A3E7-C15D-E8AD-0814F3F5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70B0AF-ABAC-B416-8C87-53714AE5C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5ABADB-8CE9-9832-2757-1E2C753F1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087A72-5622-D180-1531-891B39C9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D41E83-D0B9-251A-D24A-C19A89B1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39D95E-2EFF-BAAC-9F98-94B88556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6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0767B-B300-FA2C-FD3F-DFA53751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64DAEB-82EB-A691-7B72-9AA114040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CD93B8-771E-4A65-7459-C3A8C082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39B7B-CD57-9111-8729-63EB2334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FA5070-AEA0-4A7F-472A-286269A7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48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133215-1957-D263-0646-6CAB161FA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2A9086-F83E-1647-0480-9BF3649DD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A39493-CC1F-82BD-3477-34A99C78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C31402-0759-752C-B233-589073F1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3F1C97-206A-F8F8-704B-1ADCC8B5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88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A2AB6F-D197-4BBC-722E-BD7697B1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0C02F2-54A2-D224-9674-237BF4443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72E4FF-1590-56B2-3B59-D8F1A4E2B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FB84-5BC4-4EDA-91C4-3A8EE45875EB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EEDB04-B118-185B-FBB0-7D2C102DB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19DF99-8B1C-4D31-62DD-35F46E871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580A8-0870-4F1E-A56F-18D98CEAF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AC329-BAB7-5129-C183-1D0882EAD5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Lucida Sans" panose="020B0602030504020204" pitchFamily="34" charset="0"/>
              </a:rPr>
              <a:t>Bem-vindo ao Time de Engenharia </a:t>
            </a:r>
            <a:r>
              <a:rPr lang="pt-BR" dirty="0" err="1">
                <a:latin typeface="Lucida Sans" panose="020B0602030504020204" pitchFamily="34" charset="0"/>
              </a:rPr>
              <a:t>auFOOD</a:t>
            </a:r>
            <a:r>
              <a:rPr lang="pt-BR" dirty="0">
                <a:latin typeface="Lucida Sans" panose="020B0602030504020204" pitchFamily="34" charset="0"/>
              </a:rPr>
              <a:t>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4DADA-4848-4CDF-2033-98A27D37F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4125" y="4152275"/>
            <a:ext cx="9833547" cy="2387600"/>
          </a:xfrm>
        </p:spPr>
        <p:txBody>
          <a:bodyPr>
            <a:normAutofit/>
          </a:bodyPr>
          <a:lstStyle/>
          <a:p>
            <a:endParaRPr lang="pt-BR" dirty="0"/>
          </a:p>
          <a:p>
            <a:pPr algn="just"/>
            <a:r>
              <a:rPr lang="pt-BR" sz="2800" dirty="0">
                <a:latin typeface="Lucida Sans" panose="020B0602030504020204" pitchFamily="34" charset="0"/>
              </a:rPr>
              <a:t>Nossa Stack Tecnológica atual inclui: Front-</a:t>
            </a:r>
            <a:r>
              <a:rPr lang="pt-BR" sz="2800" dirty="0" err="1">
                <a:latin typeface="Lucida Sans" panose="020B0602030504020204" pitchFamily="34" charset="0"/>
              </a:rPr>
              <a:t>end</a:t>
            </a:r>
            <a:r>
              <a:rPr lang="pt-BR" sz="2800" dirty="0">
                <a:latin typeface="Lucida Sans" panose="020B0602030504020204" pitchFamily="34" charset="0"/>
              </a:rPr>
              <a:t> com </a:t>
            </a:r>
            <a:r>
              <a:rPr lang="pt-BR" sz="2800" dirty="0" err="1">
                <a:latin typeface="Lucida Sans" panose="020B0602030504020204" pitchFamily="34" charset="0"/>
              </a:rPr>
              <a:t>React</a:t>
            </a:r>
            <a:r>
              <a:rPr lang="pt-BR" sz="2800" dirty="0">
                <a:latin typeface="Lucida Sans" panose="020B0602030504020204" pitchFamily="34" charset="0"/>
              </a:rPr>
              <a:t>, Vite e </a:t>
            </a:r>
            <a:r>
              <a:rPr lang="pt-BR" sz="2800" dirty="0" err="1">
                <a:latin typeface="Lucida Sans" panose="020B0602030504020204" pitchFamily="34" charset="0"/>
              </a:rPr>
              <a:t>Tailwind</a:t>
            </a:r>
            <a:r>
              <a:rPr lang="pt-BR" sz="2800" dirty="0">
                <a:latin typeface="Lucida Sans" panose="020B0602030504020204" pitchFamily="34" charset="0"/>
              </a:rPr>
              <a:t> CSS. Back-</a:t>
            </a:r>
            <a:r>
              <a:rPr lang="pt-BR" sz="2800" dirty="0" err="1">
                <a:latin typeface="Lucida Sans" panose="020B0602030504020204" pitchFamily="34" charset="0"/>
              </a:rPr>
              <a:t>end</a:t>
            </a:r>
            <a:r>
              <a:rPr lang="pt-BR" sz="2800" dirty="0">
                <a:latin typeface="Lucida Sans" panose="020B0602030504020204" pitchFamily="34" charset="0"/>
              </a:rPr>
              <a:t> com banco de dados PostgreSQL hospedado no </a:t>
            </a:r>
            <a:r>
              <a:rPr lang="pt-BR" sz="2800" dirty="0" err="1">
                <a:latin typeface="Lucida Sans" panose="020B0602030504020204" pitchFamily="34" charset="0"/>
              </a:rPr>
              <a:t>Supabase</a:t>
            </a:r>
            <a:r>
              <a:rPr lang="pt-BR" sz="2800" dirty="0">
                <a:latin typeface="Lucida Sans" panose="020B0602030504020204" pitchFamily="34" charset="0"/>
              </a:rPr>
              <a:t>. </a:t>
            </a:r>
          </a:p>
          <a:p>
            <a:pPr algn="just"/>
            <a:r>
              <a:rPr lang="pt-BR" sz="2800" dirty="0">
                <a:latin typeface="Lucida Sans" panose="020B0602030504020204" pitchFamily="34" charset="0"/>
              </a:rPr>
              <a:t>Inteligência Artificial com </a:t>
            </a:r>
            <a:r>
              <a:rPr lang="pt-BR" sz="2800" dirty="0" err="1">
                <a:latin typeface="Lucida Sans" panose="020B0602030504020204" pitchFamily="34" charset="0"/>
              </a:rPr>
              <a:t>LangChain</a:t>
            </a:r>
            <a:r>
              <a:rPr lang="pt-BR" sz="2800" dirty="0">
                <a:latin typeface="Lucida Sans" panose="020B0602030504020204" pitchFamily="34" charset="0"/>
              </a:rPr>
              <a:t> e Gemini.</a:t>
            </a:r>
          </a:p>
        </p:txBody>
      </p:sp>
    </p:spTree>
    <p:extLst>
      <p:ext uri="{BB962C8B-B14F-4D97-AF65-F5344CB8AC3E}">
        <p14:creationId xmlns:p14="http://schemas.microsoft.com/office/powerpoint/2010/main" val="8514399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Lucida Sans</vt:lpstr>
      <vt:lpstr>Tema do Office</vt:lpstr>
      <vt:lpstr>Bem-vindo ao Time de Engenharia auFOOD!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Zeferino da Silva</dc:creator>
  <cp:lastModifiedBy>Pedro Zeferino da Silva</cp:lastModifiedBy>
  <cp:revision>1</cp:revision>
  <dcterms:created xsi:type="dcterms:W3CDTF">2026-10-10T21:19:15Z</dcterms:created>
  <dcterms:modified xsi:type="dcterms:W3CDTF">2026-10-10T21:22:28Z</dcterms:modified>
</cp:coreProperties>
</file>